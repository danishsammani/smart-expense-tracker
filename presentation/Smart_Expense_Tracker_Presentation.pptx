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7.png"/><Relationship Id="rId8" Type="http://schemas.openxmlformats.org/officeDocument/2006/relationships/image" Target="../media/image-7-7.png"/><Relationship Id="rId9" Type="http://schemas.openxmlformats.org/officeDocument/2006/relationships/image" Target="../media/image-7-7.png"/><Relationship Id="rId10" Type="http://schemas.openxmlformats.org/officeDocument/2006/relationships/image" Target="../media/image-7-7.png"/><Relationship Id="rId11" Type="http://schemas.openxmlformats.org/officeDocument/2006/relationships/image" Target="../media/image-7-7.png"/><Relationship Id="rId12" Type="http://schemas.openxmlformats.org/officeDocument/2006/relationships/image" Target="../media/image-7-7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05840"/>
            <a:ext cx="374904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19072"/>
            <a:ext cx="374904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432304"/>
            <a:ext cx="374904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3145536"/>
            <a:ext cx="374904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3858768"/>
            <a:ext cx="374904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4572000"/>
            <a:ext cx="374904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5285232"/>
            <a:ext cx="374904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5240" y="932688"/>
            <a:ext cx="146304" cy="146304"/>
          </a:xfrm>
          <a:prstGeom prst="ellipse">
            <a:avLst/>
          </a:prstGeom>
          <a:solidFill>
            <a:srgbClr val="B8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7635240" y="3072384"/>
            <a:ext cx="146304" cy="146304"/>
          </a:xfrm>
          <a:prstGeom prst="ellipse">
            <a:avLst/>
          </a:prstGeom>
          <a:solidFill>
            <a:srgbClr val="177350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5212080"/>
            <a:ext cx="146304" cy="146304"/>
          </a:xfrm>
          <a:prstGeom prst="ellipse">
            <a:avLst/>
          </a:prstGeom>
          <a:solidFill>
            <a:srgbClr val="B5432B"/>
          </a:solidFill>
          <a:ln/>
        </p:spPr>
      </p:sp>
      <p:pic>
        <p:nvPicPr>
          <p:cNvPr id="12" name="Image 0" descr="icons/walle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7315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85800" y="22860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Expense Tracker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685800" y="34290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Frontend Web Application for Personal Finance Management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13232" y="4160520"/>
            <a:ext cx="2194560" cy="0"/>
          </a:xfrm>
          <a:prstGeom prst="line">
            <a:avLst/>
          </a:prstGeom>
          <a:noFill/>
          <a:ln w="25400">
            <a:solidFill>
              <a:srgbClr val="B887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4389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— Final Project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91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as a demonstration of frontend engineering, UI/UX design, and data handling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13232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8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HTML5  ·  CSS3  ·  JavaScript (ES6)  ·  Chart.js  ·  LocalStorage API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Smart Expense Tracker?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lose track of where their money goes simply because logging it is inconvenient. Ledger solves this with a lightweight, browser-based tool that makes recording income and expenses fast, visual, and habit-forming — no login, no server, no friction.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61264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web application that lets a user add income and expense transactions, categorize them, view an automatically calculated financial summary, and manage records — all wrapped in a clean, responsive, professional interface.</a:t>
            </a:r>
            <a:endParaRPr lang="en-US" sz="1350" dirty="0"/>
          </a:p>
        </p:txBody>
      </p:sp>
      <p:pic>
        <p:nvPicPr>
          <p:cNvPr id="8" name="Image 0" descr="icons/check_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98348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49377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150" dirty="0"/>
          </a:p>
        </p:txBody>
      </p:sp>
      <p:pic>
        <p:nvPicPr>
          <p:cNvPr id="10" name="Image 1" descr="icons/check_inc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498348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59936" y="49377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Data Persistence</a:t>
            </a:r>
            <a:endParaRPr lang="en-US" sz="1150" dirty="0"/>
          </a:p>
        </p:txBody>
      </p:sp>
      <p:pic>
        <p:nvPicPr>
          <p:cNvPr id="12" name="Image 2" descr="icons/check_inc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48640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25296" y="5440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Design</a:t>
            </a:r>
            <a:endParaRPr lang="en-US" sz="1150" dirty="0"/>
          </a:p>
        </p:txBody>
      </p:sp>
      <p:pic>
        <p:nvPicPr>
          <p:cNvPr id="14" name="Image 3" descr="icons/check_inc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548640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059936" y="5440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&amp; UX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7086600" y="1600200"/>
            <a:ext cx="4434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7315200" y="1728216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8" name="Text 12"/>
          <p:cNvSpPr/>
          <p:nvPr/>
        </p:nvSpPr>
        <p:spPr>
          <a:xfrm>
            <a:off x="8778240" y="1728216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CRUD &amp; Calculation Features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086600" y="3081528"/>
            <a:ext cx="4434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315200" y="3209544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7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5"/>
          <p:cNvSpPr/>
          <p:nvPr/>
        </p:nvSpPr>
        <p:spPr>
          <a:xfrm>
            <a:off x="8778240" y="3209544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Auto-Updating Summary Metrics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086600" y="4562856"/>
            <a:ext cx="4434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7315200" y="4690872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54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24" name="Text 18"/>
          <p:cNvSpPr/>
          <p:nvPr/>
        </p:nvSpPr>
        <p:spPr>
          <a:xfrm>
            <a:off x="8778240" y="4690872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— Zero Backend Dependency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Entry to Insight — the Data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moves through five deterministic steps, entirely inside the browser.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993392" cy="329184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295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" y="2743200"/>
            <a:ext cx="566928" cy="566928"/>
          </a:xfrm>
          <a:prstGeom prst="ellipse">
            <a:avLst/>
          </a:prstGeom>
          <a:solidFill>
            <a:srgbClr val="B8873A"/>
          </a:solidFill>
          <a:ln/>
        </p:spPr>
      </p:sp>
      <p:pic>
        <p:nvPicPr>
          <p:cNvPr id="8" name="Image 0" descr="icons/pl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35204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3904488"/>
            <a:ext cx="16642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description, amount, category &amp; date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15184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798064" y="2148840"/>
            <a:ext cx="1993392" cy="329184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962656" y="2295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962656" y="2743200"/>
            <a:ext cx="566928" cy="566928"/>
          </a:xfrm>
          <a:prstGeom prst="ellipse">
            <a:avLst/>
          </a:prstGeom>
          <a:solidFill>
            <a:srgbClr val="177350"/>
          </a:solidFill>
          <a:ln/>
        </p:spPr>
      </p:sp>
      <p:pic>
        <p:nvPicPr>
          <p:cNvPr id="15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2871216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62656" y="35204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962656" y="3904488"/>
            <a:ext cx="16642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checks reject empty fields &amp; invalid numbers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73168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956048" y="2148840"/>
            <a:ext cx="1993392" cy="329184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120640" y="2295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120640" y="2743200"/>
            <a:ext cx="566928" cy="566928"/>
          </a:xfrm>
          <a:prstGeom prst="ellipse">
            <a:avLst/>
          </a:prstGeom>
          <a:solidFill>
            <a:srgbClr val="B5432B"/>
          </a:solidFill>
          <a:ln/>
        </p:spPr>
      </p:sp>
      <p:pic>
        <p:nvPicPr>
          <p:cNvPr id="22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6" y="2871216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20640" y="35204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120640" y="3904488"/>
            <a:ext cx="16642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is saved to the browser's LocalStorage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931152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114032" y="2148840"/>
            <a:ext cx="1993392" cy="329184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278624" y="2295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7278624" y="2743200"/>
            <a:ext cx="566928" cy="566928"/>
          </a:xfrm>
          <a:prstGeom prst="ellipse">
            <a:avLst/>
          </a:prstGeom>
          <a:solidFill>
            <a:srgbClr val="B8873A"/>
          </a:solidFill>
          <a:ln/>
        </p:spPr>
      </p:sp>
      <p:pic>
        <p:nvPicPr>
          <p:cNvPr id="29" name="Image 3" descr="icons/calculato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871216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78624" y="35204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278624" y="3904488"/>
            <a:ext cx="16642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expense &amp; balance totals recompute instantly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9089136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272016" y="2148840"/>
            <a:ext cx="1993392" cy="329184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9436608" y="2295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9436608" y="2743200"/>
            <a:ext cx="566928" cy="566928"/>
          </a:xfrm>
          <a:prstGeom prst="ellipse">
            <a:avLst/>
          </a:prstGeom>
          <a:solidFill>
            <a:srgbClr val="177350"/>
          </a:solidFill>
          <a:ln/>
        </p:spPr>
      </p:sp>
      <p:pic>
        <p:nvPicPr>
          <p:cNvPr id="36" name="Image 4" descr="icons/chartpi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4624" y="2871216"/>
            <a:ext cx="310896" cy="31089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436608" y="35204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9436608" y="3904488"/>
            <a:ext cx="16642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list &amp; charts re-render in real time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FUNCTIONALITY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Real Tracker Needs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6" name="Image 0" descr="icons/plu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751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Transactions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825496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income or expense entries with description, amount, category &amp; date.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19856" y="169164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02736" y="1874520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11" name="Image 1" descr="icons/trash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9751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2736" y="246888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Records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02736" y="2825496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transaction instantly with a single confirmed click.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99632" y="169164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1874520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16" name="Image 2" descr="icons/calculator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9751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246888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Auto-Calculated Summary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82512" y="2825496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income, total expense &amp; current balance update live.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79408" y="169164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62288" y="1874520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21" name="Image 3" descr="icons/tags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19751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2288" y="246888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62288" y="2825496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Travel, Study, Shopping, Bills, Health &amp; more.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3822192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005072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26" name="Image 4" descr="icons/search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10565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2960" y="459943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Filter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22960" y="495604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entries by keyword, transaction type, or category.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419856" y="3822192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02736" y="4005072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31" name="Image 5" descr="icons/chartbar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410565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02736" y="459943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Charts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602736" y="495604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 doughnut &amp; 6-month income/expense bars.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199632" y="3822192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82512" y="4005072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36" name="Image 6" descr="icons/moon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4105656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82512" y="459943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382512" y="495604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theme toggle, preference remembered across visits.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979408" y="3822192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162288" y="4005072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41" name="Image 7" descr="icons/mobile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2872" y="4105656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62288" y="459943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Layout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162288" y="4956048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cleanly from a wide dashboard to a single mobile column.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Data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1D20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B8873A"/>
          </a:solidFill>
          <a:ln/>
        </p:spPr>
      </p:sp>
      <p:pic>
        <p:nvPicPr>
          <p:cNvPr id="6" name="Image 0" descr="icons/code_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2996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&amp; CSS3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E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with CSS custom properties driving a themeable design system.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1D2029"/>
          </a:solidFill>
          <a:ln/>
        </p:spPr>
      </p:sp>
      <p:sp>
        <p:nvSpPr>
          <p:cNvPr id="10" name="Shape 7"/>
          <p:cNvSpPr/>
          <p:nvPr/>
        </p:nvSpPr>
        <p:spPr>
          <a:xfrm>
            <a:off x="3566160" y="1920240"/>
            <a:ext cx="502920" cy="502920"/>
          </a:xfrm>
          <a:prstGeom prst="ellipse">
            <a:avLst/>
          </a:prstGeom>
          <a:solidFill>
            <a:srgbClr val="B8873A"/>
          </a:solidFill>
          <a:ln/>
        </p:spPr>
      </p:sp>
      <p:pic>
        <p:nvPicPr>
          <p:cNvPr id="11" name="Image 1" descr="icons/list_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02996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6060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JavaScript (ES6)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6160" y="32004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E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functions handle state, validation, rendering — no framework overhead.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1D2029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9360" y="1920240"/>
            <a:ext cx="502920" cy="502920"/>
          </a:xfrm>
          <a:prstGeom prst="ellipse">
            <a:avLst/>
          </a:prstGeom>
          <a:solidFill>
            <a:srgbClr val="B8873A"/>
          </a:solidFill>
          <a:ln/>
        </p:spPr>
      </p:sp>
      <p:pic>
        <p:nvPicPr>
          <p:cNvPr id="16" name="Image 2" descr="icons/chartpie_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02996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6060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Chart.js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09360" y="32004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E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doughnut &amp; bar charts for category and monthly breakdowns.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69680" y="16916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1D2029"/>
          </a:solidFill>
          <a:ln/>
        </p:spPr>
      </p:sp>
      <p:sp>
        <p:nvSpPr>
          <p:cNvPr id="20" name="Shape 15"/>
          <p:cNvSpPr/>
          <p:nvPr/>
        </p:nvSpPr>
        <p:spPr>
          <a:xfrm>
            <a:off x="9052560" y="1920240"/>
            <a:ext cx="502920" cy="502920"/>
          </a:xfrm>
          <a:prstGeom prst="ellipse">
            <a:avLst/>
          </a:prstGeom>
          <a:solidFill>
            <a:srgbClr val="B8873A"/>
          </a:solidFill>
          <a:ln/>
        </p:spPr>
      </p:sp>
      <p:pic>
        <p:nvPicPr>
          <p:cNvPr id="21" name="Image 3" descr="icons/database_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202996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6060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 API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052560" y="32004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E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persist in the browser as JSON — survives refresh &amp; restart.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12700">
            <a:solidFill>
              <a:srgbClr val="2B2E3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B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backend?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storage client-side proves the core CRUD &amp; UI logic end-to-end. The same data layer can be swapped for a MongoDB + Express REST API later without touching the interface.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Actually Needs This?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48256" cy="329184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103120"/>
            <a:ext cx="585216" cy="585216"/>
          </a:xfrm>
          <a:prstGeom prst="ellipse">
            <a:avLst/>
          </a:prstGeom>
          <a:solidFill>
            <a:srgbClr val="DCEFE6"/>
          </a:solidFill>
          <a:ln/>
        </p:spPr>
      </p:sp>
      <p:pic>
        <p:nvPicPr>
          <p:cNvPr id="6" name="Image 0" descr="icons/user_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22494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daily spending habits and personal cash flow without a bank app.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25496" y="1828800"/>
            <a:ext cx="2048256" cy="329184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57016" y="2103120"/>
            <a:ext cx="585216" cy="585216"/>
          </a:xfrm>
          <a:prstGeom prst="ellipse">
            <a:avLst/>
          </a:prstGeom>
          <a:solidFill>
            <a:srgbClr val="DCEFE6"/>
          </a:solidFill>
          <a:ln/>
        </p:spPr>
      </p:sp>
      <p:pic>
        <p:nvPicPr>
          <p:cNvPr id="11" name="Image 1" descr="icons/grad_inc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24942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5224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62656" y="333756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limited pocket money across food, travel &amp; study expenses.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10912" y="1828800"/>
            <a:ext cx="2048256" cy="329184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42432" y="2103120"/>
            <a:ext cx="585216" cy="585216"/>
          </a:xfrm>
          <a:prstGeom prst="ellipse">
            <a:avLst/>
          </a:prstGeom>
          <a:solidFill>
            <a:srgbClr val="DCEFE6"/>
          </a:solidFill>
          <a:ln/>
        </p:spPr>
      </p:sp>
      <p:pic>
        <p:nvPicPr>
          <p:cNvPr id="16" name="Image 2" descr="icons/laptop_inc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24942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Freelancers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148072" y="333756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project income from recurring business expenses at a glance.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196328" y="1828800"/>
            <a:ext cx="2048256" cy="329184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27848" y="2103120"/>
            <a:ext cx="585216" cy="585216"/>
          </a:xfrm>
          <a:prstGeom prst="ellipse">
            <a:avLst/>
          </a:prstGeom>
          <a:solidFill>
            <a:srgbClr val="DCEFE6"/>
          </a:solidFill>
          <a:ln/>
        </p:spPr>
      </p:sp>
      <p:pic>
        <p:nvPicPr>
          <p:cNvPr id="21" name="Image 3" descr="icons/store_inc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224942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06056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Businesses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33488" y="333756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petty cash transactions where a full accounting suite is overkill.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381744" y="1828800"/>
            <a:ext cx="2048256" cy="329184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13264" y="2103120"/>
            <a:ext cx="585216" cy="585216"/>
          </a:xfrm>
          <a:prstGeom prst="ellipse">
            <a:avLst/>
          </a:prstGeom>
          <a:solidFill>
            <a:srgbClr val="DCEFE6"/>
          </a:solidFill>
          <a:ln/>
        </p:spPr>
      </p:sp>
      <p:pic>
        <p:nvPicPr>
          <p:cNvPr id="26" name="Image 4" descr="icons/home_inc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224942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91472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518904" y="333756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and monitor shared monthly bills, groceries &amp; utilities.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420624" cy="420624"/>
          </a:xfrm>
          <a:prstGeom prst="ellipse">
            <a:avLst/>
          </a:prstGeom>
          <a:solidFill>
            <a:srgbClr val="DCEFE6"/>
          </a:solidFill>
          <a:ln/>
        </p:spPr>
      </p:sp>
      <p:pic>
        <p:nvPicPr>
          <p:cNvPr id="6" name="Image 0" descr="icons/tick_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7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700" dirty="0"/>
          </a:p>
        </p:txBody>
      </p:sp>
      <p:pic>
        <p:nvPicPr>
          <p:cNvPr id="8" name="Image 1" descr="icons/tick_inc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3347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7008" y="257860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installation, login, or internet required after first load</a:t>
            </a:r>
            <a:endParaRPr lang="en-US" sz="1200" dirty="0"/>
          </a:p>
        </p:txBody>
      </p:sp>
      <p:pic>
        <p:nvPicPr>
          <p:cNvPr id="10" name="Image 2" descr="icons/tick_inc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20040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314553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real-time UI updates with zero page reloads</a:t>
            </a:r>
            <a:endParaRPr lang="en-US" sz="1200" dirty="0"/>
          </a:p>
        </p:txBody>
      </p:sp>
      <p:pic>
        <p:nvPicPr>
          <p:cNvPr id="12" name="Image 3" descr="icons/tick_inc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767328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71246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categorization makes spending patterns obvious</a:t>
            </a:r>
            <a:endParaRPr lang="en-US" sz="1200" dirty="0"/>
          </a:p>
        </p:txBody>
      </p:sp>
      <p:pic>
        <p:nvPicPr>
          <p:cNvPr id="14" name="Image 4" descr="icons/tick_inc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34256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07008" y="427939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— usable on any device size</a:t>
            </a:r>
            <a:endParaRPr lang="en-US" sz="1200" dirty="0"/>
          </a:p>
        </p:txBody>
      </p:sp>
      <p:pic>
        <p:nvPicPr>
          <p:cNvPr id="16" name="Image 5" descr="icons/tick_inc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901184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07008" y="48463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Lightweight: a single HTML file, fast to load anywhere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6199632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6473952" y="1938528"/>
            <a:ext cx="420624" cy="420624"/>
          </a:xfrm>
          <a:prstGeom prst="ellipse">
            <a:avLst/>
          </a:prstGeom>
          <a:solidFill>
            <a:srgbClr val="F7E2DC"/>
          </a:solidFill>
          <a:ln/>
        </p:spPr>
      </p:sp>
      <p:pic>
        <p:nvPicPr>
          <p:cNvPr id="20" name="Image 6" descr="icons/cross_expen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2029968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004304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4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pic>
        <p:nvPicPr>
          <p:cNvPr id="22" name="Image 7" descr="icons/cross_expen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2633472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766560" y="257860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one browser — no cross-device sync</a:t>
            </a:r>
            <a:endParaRPr lang="en-US" sz="1200" dirty="0"/>
          </a:p>
        </p:txBody>
      </p:sp>
      <p:pic>
        <p:nvPicPr>
          <p:cNvPr id="24" name="Image 8" descr="icons/cross_expens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3200400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766560" y="314553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accounts, so records aren't backed up remotely</a:t>
            </a:r>
            <a:endParaRPr lang="en-US" sz="1200" dirty="0"/>
          </a:p>
        </p:txBody>
      </p:sp>
      <p:pic>
        <p:nvPicPr>
          <p:cNvPr id="26" name="Image 9" descr="icons/cross_expens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3767328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766560" y="371246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browser storage erases all transaction history</a:t>
            </a:r>
            <a:endParaRPr lang="en-US" sz="1200" dirty="0"/>
          </a:p>
        </p:txBody>
      </p:sp>
      <p:pic>
        <p:nvPicPr>
          <p:cNvPr id="28" name="Image 10" descr="icons/cross_expens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4334256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766560" y="427939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multi-currency or bank-import support yet</a:t>
            </a:r>
            <a:endParaRPr lang="en-US" sz="1200" dirty="0"/>
          </a:p>
        </p:txBody>
      </p:sp>
      <p:pic>
        <p:nvPicPr>
          <p:cNvPr id="30" name="Image 11" descr="icons/cross_expens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4901184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766560" y="48463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only — not built for shared bookkeeping</a:t>
            </a:r>
            <a:endParaRPr lang="en-US" sz="1200" dirty="0"/>
          </a:p>
        </p:txBody>
      </p:sp>
      <p:sp>
        <p:nvSpPr>
          <p:cNvPr id="32" name="Text 18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Ledger Goes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upgrade path from client-side prototype to a full MERN-stack product.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67128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7" name="Image 0" descr="icons/databas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6771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Database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storage to Node.js + Express + MongoDB for durable, queryable records.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07992" y="2167128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12" name="Image 1" descr="icons/us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26771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 Accounts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07992" y="27432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so each person keeps a private, synced ledger.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10144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93024" y="2167128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17" name="Image 2" descr="icons/clou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26771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87384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Sync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193024" y="27432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same data seamlessly across phone, tablet &amp; desktop.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05079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22" name="Image 3" descr="icons/bell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35254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233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Alerts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22960" y="4828032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users when category spending approaches a set monthly limit.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5112" y="405079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07992" y="4251960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27" name="Image 4" descr="icons/export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35254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02352" y="4233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Export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07992" y="4828032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downloadable PDF / Excel monthly statements.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10144" y="405079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161922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93024" y="4251960"/>
            <a:ext cx="457200" cy="457200"/>
          </a:xfrm>
          <a:prstGeom prst="ellipse">
            <a:avLst/>
          </a:prstGeom>
          <a:solidFill>
            <a:srgbClr val="F3E6CC"/>
          </a:solidFill>
          <a:ln/>
        </p:spPr>
      </p:sp>
      <p:pic>
        <p:nvPicPr>
          <p:cNvPr id="32" name="Image 5" descr="icons/camera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435254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87384" y="42336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Receipt Scanning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193024" y="4828032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OCR-based auto-fill of amount &amp; category from a photographed receipt.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walle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640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8580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13232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are welcome.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13232" y="3886200"/>
            <a:ext cx="2194560" cy="0"/>
          </a:xfrm>
          <a:prstGeom prst="line">
            <a:avLst/>
          </a:prstGeom>
          <a:noFill/>
          <a:ln w="25400">
            <a:solidFill>
              <a:srgbClr val="B887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Expense Tracker  ·  </a:t>
            </a:r>
            <a:pPr indent="0" marL="0">
              <a:buNone/>
            </a:pPr>
            <a:r>
              <a:rPr lang="en-US" sz="1300" dirty="0">
                <a:solidFill>
                  <a:srgbClr val="91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Final Project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" y="51206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D2029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5257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96112" y="5532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319272" y="51206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D2029"/>
          </a:solidFill>
          <a:ln/>
        </p:spPr>
      </p:sp>
      <p:sp>
        <p:nvSpPr>
          <p:cNvPr id="12" name="Text 9"/>
          <p:cNvSpPr/>
          <p:nvPr/>
        </p:nvSpPr>
        <p:spPr>
          <a:xfrm>
            <a:off x="3502152" y="5257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7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502152" y="5532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25312" y="51206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D2029"/>
          </a:solidFill>
          <a:ln/>
        </p:spPr>
      </p:sp>
      <p:sp>
        <p:nvSpPr>
          <p:cNvPr id="15" name="Text 12"/>
          <p:cNvSpPr/>
          <p:nvPr/>
        </p:nvSpPr>
        <p:spPr>
          <a:xfrm>
            <a:off x="6108192" y="5257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5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08192" y="5532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 — Smart Expense Tracker</dc:title>
  <dc:subject>PptxGenJS Presentation</dc:subject>
  <dc:creator>Web Development Intern</dc:creator>
  <cp:lastModifiedBy>Web Development Intern</cp:lastModifiedBy>
  <cp:revision>1</cp:revision>
  <dcterms:created xsi:type="dcterms:W3CDTF">2026-07-02T00:16:17Z</dcterms:created>
  <dcterms:modified xsi:type="dcterms:W3CDTF">2026-07-02T00:16:17Z</dcterms:modified>
</cp:coreProperties>
</file>